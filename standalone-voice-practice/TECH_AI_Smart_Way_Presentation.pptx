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94960" y="914400"/>
            <a:ext cx="1371600" cy="1371600"/>
          </a:xfrm>
          <a:prstGeom prst="ellipse">
            <a:avLst/>
          </a:prstGeom>
          <a:solidFill>
            <a:srgbClr val="38BDF8"/>
          </a:solidFill>
          <a:ln w="381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1F5F9"/>
                </a:solidFill>
                <a:latin typeface="Arial"/>
              </a:defRPr>
            </a:pPr>
            <a:r>
              <a:t>TECH AI | SMART 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6616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8BDF8"/>
                </a:solidFill>
                <a:latin typeface="Arial"/>
              </a:defRPr>
            </a:pPr>
            <a:r>
              <a:t>Next-Generation AI Voice English Practice &amp; Smart Student Workspace Ecosystem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480560"/>
            <a:ext cx="2468880" cy="64008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1F5F9"/>
                </a:solidFill>
              </a:defRPr>
            </a:pPr>
            <a:r>
              <a:t>🎙️ AI Voice Practice Studio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480560"/>
            <a:ext cx="2468880" cy="64008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1F5F9"/>
                </a:solidFill>
              </a:defRPr>
            </a:pPr>
            <a:r>
              <a:t>💡 Real-Time Grammar &amp; Hindi Help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480560"/>
            <a:ext cx="2468880" cy="64008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1F5F9"/>
                </a:solidFill>
              </a:defRPr>
            </a:pPr>
            <a:r>
              <a:t>📄 Smart Doc &amp; Equation Grapher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4480560"/>
            <a:ext cx="2468880" cy="64008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1F5F9"/>
                </a:solidFill>
              </a:defRPr>
            </a:pPr>
            <a:r>
              <a:t>🎯 Auto Quiz &amp; Private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A Purpose-Built Academic Solution • Clean Architecture • Privacy-First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The Real Challenges Faced by Students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Students in tier-2/3 institutions face high anxiety in spoken English and scattered, unsafe academic study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🗣️  English Speaking Hesitation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Fear of peer judgment and making mistakes publicly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Lack of 1-on-1 speaking partners for regular practice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Hesitation during college vivas and placement interviews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Grammar errors go uncorrected or create demoralization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Expensive spoken English coaching institutes out of reach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Arial"/>
              </a:defRPr>
            </a:pPr>
            <a:r>
              <a:t>📚  Fragmented Study Workflows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Students juggle multiple isolated sites for notes and tests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Generic chatbots hallucinate and give off-syllabus answers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Static quiz PDFs without immediate automated scoring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Manual equation plotting and visual analysis are slow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No unified desk that ties speaking and subject 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8BFA"/>
                </a:solidFill>
                <a:latin typeface="Arial"/>
              </a:defRPr>
            </a:pPr>
            <a:r>
              <a:t>🔒  Privacy &amp; Accessibility Gaps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Sensitive documents uploaded to shady third-party sites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Document compression portals risk data leakage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Zero native Hindi/Hinglish explanations for tricky phrases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Rigid tools forcing users into prefilled template formats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Heavyweight desktop apps that lag on budget laptops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TECH AI | Smart Way — The Unified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A privacy-centric, all-in-one AI platform empowering students to speak fluently and master academic tasks.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🎙️  Interactive AI Voice Practice Studio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Dual-Column Architecture: Animated AI Voice Orb on the LEFT, Conversation Studio on the RIGHT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Real-Time Speech Recognition &amp; Expressive Text-to-Speech synthesis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3 Selectable Levels: Beginner, Intermediate, and Advanced difficulty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Polite Grammar Feedback: Explains errors kindly with better phrases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Bilingual Hindi Tooltips: Instant Hindi explanations on demand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8 Engaging Topics: College life, job interviews, travel, tech, hobbies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Responsive Layout: Naturally stacks vertically on mobile devices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rial"/>
              </a:defRPr>
            </a:pPr>
            <a:r>
              <a:t>⚡  Complete In-Browser Academic Toolkit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AI Teacher: Grounded lessons generated exclusively from your uploaded notes (PDF/DOCX/Images)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Hands-free Voice Doubts: Speak questions aloud with custom pacing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Smart Doc Studio: 100% in-browser camera scan, 90° rotation, crop, and exact KB file compressor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Equation Grapher: 2D curve plotting, intercept finding, and image OCR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Auto Quiz Engine: Past paper to interactive MCQ conversion &amp; auto-solve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Streamlined Student Profile: Only 8 essential fields, zero clutter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CORE FLAGSHIP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AI Voice Practice &amp; English 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Engineered with strict layout symmetry: Visualizer on the LEFT, Conversation Studio on the RIGHT.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438912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0233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Arial"/>
              </a:defRPr>
            </a:pPr>
            <a:r>
              <a:t>🔮  Animated AI Voice Visualizer (LEFT)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Sky-Blue &amp; Cyan Voice Orb pulsing dynamically during speech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24-band live audio frequency visualizer animation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6 Clear States: Speaking, Listening, Thinking, Paused, Stopped, Idle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Complete Speech Controls: Start, Stop, Pause, Resume, Repeat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Pacing Slider: 0.7x to 1.4x speaking speed adjustment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Voice selection dropdown matching available browser voices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Independent scrolling &amp; balanced desktop column width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2011680"/>
            <a:ext cx="603504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2194560"/>
            <a:ext cx="56692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💬  Conversation Studio Panel (RIGHT)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Interactive Chat Bubbles with auto-scroll to the newest message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Beginner Level: Short sentences, simple vocabulary, extra guidance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Intermediate Level: Natural conversational flow &amp; idioms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Advanced Level: Complex structure, professional interview vocabulary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Polite Grammar Correction: Highlights mistakes with improved sentence versions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Hindi Explanations: Explains complex words in accessible Hindi/Hinglish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Favorites Vault: 1-click save for golden sentences and interview answers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Zero Fluff: Clean dark UI with high-contrast readable text bubbles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STUDY COMPANION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AI Teacher: Grounded Learning From Your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Upload lecture notes, textbooks, or syllabus sheets. Learn without AI hallucination or generic internet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rial"/>
              </a:defRPr>
            </a:pPr>
            <a:r>
              <a:t>📖  Bring Your Own Material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Accepts PDF, DOCX, TXT, Markdown, and scanned notes images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Extracts text cleanly for student inspection and direct editing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Zero prefilled dummy data — strictly grounded in your syllabus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One-click ingestion of processed Smart Doc copies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Protects study context from irrelevant web hallucinations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🎙️  Hands-Free Voice Inquiries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Speak your doubts via browser speech recognition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AI automatically processes question once speech finishes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Synthesizes spoken lessons with custom pacing (0.5x–1.5x)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Key point breakdowns: 'Keep these in mind' summary cards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Dynamic follow-up suggestion prompts for deeper mastery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8BFA"/>
                </a:solidFill>
                <a:latin typeface="Arial"/>
              </a:defRPr>
            </a:pPr>
            <a:r>
              <a:t>🌐  Multi-Lingual Explanations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Understand complex concepts in your native mother tongue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Supports English, Hindi, Hinglish, Bengali, Tamil, Telugu, etc.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High-contrast dark mode language dropdown with crisp text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Instant concept clarity without language barriers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Private session: notes remain strictly inside your workspace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DOCUMENT &amp; MATH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Smart Doc Studio &amp; Equation Grapher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100% in-browser document manipulation and interactive 2D mathematical curve plotting.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Arial"/>
              </a:defRPr>
            </a:pPr>
            <a:r>
              <a:t>📄  Smart Doc: In-Browser File Optimizer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Direct Camera Scanning: Live viewfinder with capture flash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Multi-Format Conversion: Export to PDF, PNG, or JPEG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Persistent Transformations: 90° step rotation &amp; 4-sided edge crop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Precise Target File Size: Dial in exact KB limits for college portals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Side-by-Side Comparison: View Original vs. Processed copy live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Full-Screen Inspector: Modal review with zoom controls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100% Client-Side Privacy: Confidential docs never touch external servers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78BFA"/>
                </a:solidFill>
                <a:latin typeface="Arial"/>
              </a:defRPr>
            </a:pPr>
            <a:r>
              <a:t>📈  Equation Graph Visualizer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2D Interactive SVG Graph: Plots linear, polynomial, trig &amp; exponential curves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Dual Curve Comparison: Graph two functions simultaneously (e.g., sin(x) &amp; cos(x))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Auto Intercepts &amp; Crossings: Computes root points and intersections instantly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Image OCR Parser: Snap photo of written equations to populate graphs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Dynamic Domain Range: Adjust horizontal range from -12 to +12 seamlessly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Zero External Math Libraries: Uses safe AST parsing locally in browser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ASSESSMENT &amp;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Auto Quiz Engine &amp; Student Momentum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Turn question papers into interactive practice tests with target-score solvers and private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Arial"/>
              </a:defRPr>
            </a:pPr>
            <a:r>
              <a:t>🎯  Worksheet Ingestion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Upload past exam papers (PDF, DOCX, Images, TXT)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Import public online quiz links via URL parser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Automatically detects question text, options, and answer keys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Displays embedded preview of source paper side-by-side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Eliminates manual retyping of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19456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rial"/>
              </a:defRPr>
            </a:pPr>
            <a:r>
              <a:t>🤖  Practice &amp; Auto-Solve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Manual Practice Mode: Timed test with instant correctness feedback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Auto-Solve All Mode: AI solves to an exact target correct score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Detailed Explanation Drawer: Breaks down why an option is right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In-Quiz AI Tutor: Ask follow-up doubts about any question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Scorecard Summary: Time spent, correct/incorrect review 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94560"/>
            <a:ext cx="30175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📊  Private Momentum Tracker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Workspace Activity Log: Tracks study sessions, quizzes, graphs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Aggregated Stats: Total study minutes, quizzes, average score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Guest Mode Persistence: Saved in localStorage without mandatory login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Optional Cloud Sync: Connect account for cross-device access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Streamlined Profile: 8 core student fields, zero intrusive forms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Modern Technology Stack &amp; Design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Built with modern web standards, client-side speed, and robust TypeScript engineering.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51460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148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⚡  Frontend Core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React 19 &amp; TypeScript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Vite Fast Bundler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TailwindCSS 4 Engine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Lucide Modern Icons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Wouter Routing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TanStack Query Cache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011680"/>
            <a:ext cx="251460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2148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2D3EE"/>
                </a:solidFill>
                <a:latin typeface="Arial"/>
              </a:defRPr>
            </a:pPr>
            <a:r>
              <a:t>🎙️  Speech &amp; Audio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Web Speech API (STT)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SpeechSynthesis (TTS)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Web Audio API Visualizer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HTML5 24-Band Equalizer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Dynamic Voice Pitch/Rate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Standalone Vanilla 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251460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2148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rial"/>
              </a:defRPr>
            </a:pPr>
            <a:r>
              <a:t>📄  Local File Engines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PDF-Lib (Client PDF)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PDF.js Web Worker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HTML5 Canvas 2D API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Mathjs Safe AST Parser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Client Photo Compression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Zero-Leakage Local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011680"/>
            <a:ext cx="251460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194560"/>
            <a:ext cx="21488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  <a:latin typeface="Arial"/>
              </a:defRPr>
            </a:pPr>
            <a:r>
              <a:t>🛡️  Backend &amp; Security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Node.js Express Server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Argon2 Password Hashing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SQLite Session Store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Strict URL Validation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Guest Device Storage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Docker / Vercel Deploy 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38BDF8"/>
                </a:solidFill>
                <a:latin typeface="Arial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Arial"/>
              </a:defRPr>
            </a:pPr>
            <a: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1F5F9"/>
                </a:solidFill>
                <a:latin typeface="Arial"/>
              </a:defRPr>
            </a:pPr>
            <a:r>
              <a:t>Real-World Impact &amp; Project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Democratizing quality English speaking mentorship and smart academic tools for every student.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rial"/>
              </a:defRPr>
            </a:pPr>
            <a:r>
              <a:t>🌟  Student Impact &amp; Achievements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Overcomes English Speaking Hesitation: Safe, non-judgmental practice zone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Interview Readiness: Tailored practice for campus placements and technical vivas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Zero Financial Burden: High-quality English speaking mentor without costly coaching fees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High Academic Efficiency: Replaces 5 disconnected tools with 1 unified workspace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Inclusivity: Native Hindi explanations ensure students never feel left behind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Privacy Assured: Critical personal documents stay safe on the student's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2192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Arial"/>
              </a:defRPr>
            </a:pPr>
            <a:r>
              <a:t>🚀  Future Development Roadmap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Phase 1: Phoneme-Level Pronunciation Scoring using real-time audio spectrograms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Phase 2: Peer-to-Peer Study Rooms for live speaking battles and collaborative quizzes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Phase 3: WebAssembly (WASM) Local AI models for 100% offline speech recognition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Phase 4: Cross-Platform Mobile Apps (Android &amp; iOS) via Progressive Web App (PWA)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  <a:latin typeface="Arial"/>
              </a:defRPr>
            </a:pPr>
            <a:r>
              <a:t>• Phase 5: Automated Mock Placement Interview scoring with resume-aligned questions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1F5F9"/>
                </a:solidFill>
              </a:defRPr>
            </a:pPr>
            <a:r>
              <a:t>Thank You for Your Time &amp; Attention!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8BDF8"/>
                </a:solidFill>
              </a:defRPr>
            </a:pPr>
            <a:r>
              <a:t>TECH AI | SMART WAY • Questions &amp; Discussion Warmly Welcomed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1965960"/>
            <a:ext cx="1097280" cy="109728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Bhashkar Sharma</a:t>
            </a:r>
          </a:p>
          <a:p>
            <a:pPr algn="ctr">
              <a:spcBef>
                <a:spcPts val="400"/>
              </a:spcBef>
              <a:defRPr sz="1100">
                <a:solidFill>
                  <a:srgbClr val="38BDF8"/>
                </a:solidFill>
              </a:defRPr>
            </a:pPr>
            <a:r>
              <a:t>Team Lead &amp; Full-Stack</a:t>
            </a:r>
          </a:p>
          <a:p>
            <a:pPr algn="ctr"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[System Architecture &amp; AI]</a:t>
            </a:r>
          </a:p>
          <a:p>
            <a:pPr algn="ctr">
              <a:spcBef>
                <a:spcPts val="600"/>
              </a:spcBef>
              <a:defRPr sz="850">
                <a:solidFill>
                  <a:srgbClr val="64748B"/>
                </a:solidFill>
              </a:defRPr>
            </a:pPr>
            <a:r>
              <a:t>Insert Photo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1645920"/>
            <a:ext cx="20116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64992" y="1965960"/>
            <a:ext cx="1097280" cy="109728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32461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Team Member 2</a:t>
            </a:r>
          </a:p>
          <a:p>
            <a:pPr algn="ctr">
              <a:spcBef>
                <a:spcPts val="400"/>
              </a:spcBef>
              <a:defRPr sz="1100">
                <a:solidFill>
                  <a:srgbClr val="38BDF8"/>
                </a:solidFill>
              </a:defRPr>
            </a:pPr>
            <a:r>
              <a:t>AI &amp; Speech Engineer</a:t>
            </a:r>
          </a:p>
          <a:p>
            <a:pPr algn="ctr"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[Web Speech API &amp; NLP]</a:t>
            </a:r>
          </a:p>
          <a:p>
            <a:pPr algn="ctr">
              <a:spcBef>
                <a:spcPts val="600"/>
              </a:spcBef>
              <a:defRPr sz="850">
                <a:solidFill>
                  <a:srgbClr val="64748B"/>
                </a:solidFill>
              </a:defRPr>
            </a:pPr>
            <a:r>
              <a:t>Insert Photo Here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645920"/>
            <a:ext cx="20116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41264" y="1965960"/>
            <a:ext cx="1097280" cy="109728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32461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Team Member 3</a:t>
            </a:r>
          </a:p>
          <a:p>
            <a:pPr algn="ctr">
              <a:spcBef>
                <a:spcPts val="400"/>
              </a:spcBef>
              <a:defRPr sz="1100">
                <a:solidFill>
                  <a:srgbClr val="38BDF8"/>
                </a:solidFill>
              </a:defRPr>
            </a:pPr>
            <a:r>
              <a:t>UI/UX &amp; Frontend Lead</a:t>
            </a:r>
          </a:p>
          <a:p>
            <a:pPr algn="ctr"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[React 19 &amp; Animations]</a:t>
            </a:r>
          </a:p>
          <a:p>
            <a:pPr algn="ctr">
              <a:spcBef>
                <a:spcPts val="600"/>
              </a:spcBef>
              <a:defRPr sz="850">
                <a:solidFill>
                  <a:srgbClr val="64748B"/>
                </a:solidFill>
              </a:defRPr>
            </a:pPr>
            <a:r>
              <a:t>Insert Photo 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645920"/>
            <a:ext cx="20116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17536" y="1965960"/>
            <a:ext cx="1097280" cy="109728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6" y="32461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Team Member 4</a:t>
            </a:r>
          </a:p>
          <a:p>
            <a:pPr algn="ctr">
              <a:spcBef>
                <a:spcPts val="400"/>
              </a:spcBef>
              <a:defRPr sz="1100">
                <a:solidFill>
                  <a:srgbClr val="38BDF8"/>
                </a:solidFill>
              </a:defRPr>
            </a:pPr>
            <a:r>
              <a:t>Backend &amp; Security Lead</a:t>
            </a:r>
          </a:p>
          <a:p>
            <a:pPr algn="ctr"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[Node.js, Express &amp; Auth]</a:t>
            </a:r>
          </a:p>
          <a:p>
            <a:pPr algn="ctr">
              <a:spcBef>
                <a:spcPts val="600"/>
              </a:spcBef>
              <a:defRPr sz="850">
                <a:solidFill>
                  <a:srgbClr val="64748B"/>
                </a:solidFill>
              </a:defRPr>
            </a:pPr>
            <a:r>
              <a:t>Insert Photo Here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645920"/>
            <a:ext cx="2011680" cy="4114800"/>
          </a:xfrm>
          <a:prstGeom prst="roundRect">
            <a:avLst/>
          </a:prstGeom>
          <a:solidFill>
            <a:srgbClr val="121929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93808" y="1965960"/>
            <a:ext cx="1097280" cy="109728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32461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Team Member 5</a:t>
            </a:r>
          </a:p>
          <a:p>
            <a:pPr algn="ctr">
              <a:spcBef>
                <a:spcPts val="400"/>
              </a:spcBef>
              <a:defRPr sz="1100">
                <a:solidFill>
                  <a:srgbClr val="38BDF8"/>
                </a:solidFill>
              </a:defRPr>
            </a:pPr>
            <a:r>
              <a:t>QA &amp; Documentation</a:t>
            </a:r>
          </a:p>
          <a:p>
            <a:pPr algn="ctr"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[Testing &amp; Project Reports]</a:t>
            </a:r>
          </a:p>
          <a:p>
            <a:pPr algn="ctr">
              <a:spcBef>
                <a:spcPts val="600"/>
              </a:spcBef>
              <a:defRPr sz="850">
                <a:solidFill>
                  <a:srgbClr val="64748B"/>
                </a:solidFill>
              </a:defRPr>
            </a:pPr>
            <a:r>
              <a:t>Insert Photo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Repository: github.com/bhashkar108/miniproject  •  Built with React 19 &amp; Python Engine  •  TECH AI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