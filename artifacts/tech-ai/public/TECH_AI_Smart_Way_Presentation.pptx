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92040" y="411480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✦  PROJECT SHOWCASE  ✦</a:t>
            </a:r>
          </a:p>
        </p:txBody>
      </p:sp>
      <p:sp>
        <p:nvSpPr>
          <p:cNvPr id="6" name="Oval 5"/>
          <p:cNvSpPr/>
          <p:nvPr/>
        </p:nvSpPr>
        <p:spPr>
          <a:xfrm>
            <a:off x="5166360" y="1051560"/>
            <a:ext cx="1828800" cy="1828800"/>
          </a:xfrm>
          <a:prstGeom prst="ellipse">
            <a:avLst/>
          </a:prstGeom>
          <a:solidFill>
            <a:srgbClr val="38BDF8"/>
          </a:solidFill>
          <a:ln w="508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0" y="1325880"/>
            <a:ext cx="1188720" cy="118872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Segoe UI Black"/>
              </a:defRPr>
            </a:pPr>
            <a:r>
              <a:t>TECH AI | SMART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Segoe UI"/>
              </a:defRPr>
            </a:pPr>
            <a:r>
              <a:t>Next-Generation AI Voice English Practice &amp; Smart Student Workspace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434840"/>
            <a:ext cx="21332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2423160" cy="530352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892040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800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🎙️  AI Voice Practice Studio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709160"/>
            <a:ext cx="2423160" cy="530352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489204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4800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💡  Grammar &amp; Hindi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09160"/>
            <a:ext cx="2423160" cy="530352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489204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800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📄  Smart Doc &amp; Equation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4709160"/>
            <a:ext cx="2423160" cy="530352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489204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4800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🎯  Auto Quiz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Presented by Tech AI Team  •  Modern Academic AI Solution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B7185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The Real Challenges Faced by Students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Millions of students struggle with English anxiety, tool fragmentation, and privacy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329184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🗣️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English Speaking Anxiety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Fear of judgment when speaking in front of peers or interviewers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Lack of accessible 1-on-1 conversational English partners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Grammatical errors go uncorrected or create embarrassment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Expensive spoken English coaching institutes out of reach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Hesitation in campus placement vivas and group discussions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066544"/>
            <a:ext cx="329184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Scattered Academic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Students juggle 4–5 different websites for notes, tests, and docs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Generic chatbots hallucinate without student's syllabus context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Static quiz PDFs without immediate automated scoring feedback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Manual document compression often corrupts file quality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No unified student desk connecting learning &amp; practice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066544"/>
            <a:ext cx="32918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Privacy &amp; Accessibility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Sensitive IDs &amp; marksheets uploaded to unknown third-party servers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Zero native Hindi / regional language explanations available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Rigid form templates that don't adapt to student's own material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Poor mobile responsiveness on budget smartphones and slow internet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Data leakage risk with cloud-based document processors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4D399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TECH AI | Smart Way — The Unified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A purpose-built, privacy-centric AI companion that transforms how students speak, study, and prepare.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4924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5074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Interactive AI Voice Practice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Animated Sky-Blue Orb on LEFT + Conversation Panel on RIGHT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Real-Time browser speech recognition &amp; expressive TTS synthesis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3 Adaptive Levels: Beginner → Intermediate → Advanced difficulty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Polite grammar corrections with improved sentence suggestions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Instant Hindi / Hinglish explanations for complex English phrases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8 practice topics: College, Interviews, Travel, Tech, Daily Life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Favorites vault to save golden sentences and vocabulary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534924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66544"/>
            <a:ext cx="50749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76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Complete Academic Toolkit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AI Teacher — Grounded lessons from your own PDF / DOCX / images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Voice Questions — Speak doubts, AI responds with adjustable pace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Smart Doc — Camera scanner, rotate, crop, and KB-precise compressor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Equation Grapher — Interactive 2D curve plotter with OCR import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Auto Quiz — Past papers → interactive MCQ tests + auto-solver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Streamlined Profile — Only 8 essential student fields, zero clutter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100% Client-Side Privacy — Sensitive files never leave your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FLAGSHIP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AI Voice Practice &amp; English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Dual-column desktop layout: Animated Visualizer on LEFT, Conversation Studio on RIGHT.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475488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44805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Animated AI Voice Visualizer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Sky-Blue &amp; Cyan voice orb pulsing dynamically during AI speech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24-band real-time audio frequency equalizer bars animation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6 Live States: Speaking • Listening • Thinking • Paused • Stopped • Idle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Complete Controls: Start, Stop, Pause, Resume, Repeat buttons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Speed slider: 0.7x to 1.4x speaking pace adjustment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AI voice toggle &amp; browser voice selection dropdown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Independently scrollable with balanced column widths</a:t>
            </a:r>
          </a:p>
        </p:txBody>
      </p:sp>
      <p:sp>
        <p:nvSpPr>
          <p:cNvPr id="14" name="Oval 13"/>
          <p:cNvSpPr/>
          <p:nvPr/>
        </p:nvSpPr>
        <p:spPr>
          <a:xfrm>
            <a:off x="2377440" y="2377440"/>
            <a:ext cx="640080" cy="64008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32120" y="2011680"/>
            <a:ext cx="60807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2066544"/>
            <a:ext cx="58064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267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Conversation Studio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88920"/>
            <a:ext cx="5623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Beginner: Simple sentences, gentle grammar hints, slow pace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Intermediate: Natural conversational flow with common idioms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Advanced: Complex structure, professional interview vocabulary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Polite Corrections: Highlights mistakes with improved alternatives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Hindi Explanations: Instant Hinglish tooltips for vocabulary gaps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Favorites Vault: 1-click save for golden sentences &amp; interview answers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Auto-scroll chat bubbles with user/AI message differentiation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Responsive: Stacks vertically on mobile without overflow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4D399"/>
                </a:solidFill>
                <a:latin typeface="Segoe UI"/>
              </a:defRPr>
            </a:pPr>
            <a:r>
              <a:t>STUDY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AI Teacher: Grounded Learning From Your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Upload lecture slides, notes, or textbook photos. Learn without AI hallucination or internet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32918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Your Own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Accepts PDF, DOCX, TXT, Markdown, and scanned note images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Extracts text cleanly for student review and direct editing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Zero prefilled dummy data — strictly grounded in your syllabus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One-click ingestion of Smart Doc processed copies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Eliminates AI hallucination by anchoring to your uploaded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066544"/>
            <a:ext cx="32918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Voice Questions &amp; Dictation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Speak your doubts aloud using browser speech recognition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AI auto-processes question when speech ends naturally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Synthesizes spoken lessons with custom pacing (0.5x – 1.5x)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Key Takeaway cards: 'Keep these in mind' structured summaries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Dynamic follow-up prompts suggesting deeper exploration paths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066544"/>
            <a:ext cx="32918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Multilingual Explanations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Understand complex concepts in your mother tongue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Supports: English, Hindi, Hinglish, Bengali, Tamil, Telugu, etc.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12+ UI language options with high-contrast dark mode dropdown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Instant concept clarity without language barriers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Private session: notes and answers stay inside your workspace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DOCUMENT &amp; MATH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Smart Doc Studio &amp; Equation Grapher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100% in-browser document manipulation and interactive mathematical curve exploration.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4924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5074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Smart Doc: In-Browser Optimizer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Direct Camera Scanning: Full-screen viewfinder with capture flash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Format Conversion: Export processed copy as PDF, PNG, or JPEG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Persistent Adjustments: 90° step rotation &amp; 4-sided edge crop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Precise KB Target: Dial in exact file size limits for college portals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Side-by-Side View: Compare original &amp; processed with synced zoom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Full-Screen Inspector: Detailed modal review with download button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100% Privacy: Confidential docs never touch any external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534924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66544"/>
            <a:ext cx="50749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76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Equation Graph Visualizer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2D Interactive SVG plotting: linear, polynomial, trig &amp; exponential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Dual Curve Comparison: Graph two functions simultaneously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Auto Intercepts: Computes axis roots and crossing points instantly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Image OCR Import: Snap photo of handwritten equations to auto-plot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Dynamic Domain Range: Adjust horizontal scale from –12 to +12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Safe AST Parser: Restricted mathjs evaluation, no code injection risk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Quick Chip Presets: sin(x), x², cos(x), sqrt(abs(x)) for fast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BBF24"/>
                </a:solidFill>
                <a:latin typeface="Segoe UI"/>
              </a:defRPr>
            </a:pPr>
            <a:r>
              <a:t>ASSESSMENT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Auto Quiz Engine &amp; Student 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Turn question papers into interactive gamified practice tests with target-score solvers.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329184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Worksheet → Quiz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Upload past exam papers: PDF, DOCX, Images, TXT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Import public online quiz links via URL parser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AI auto-detects question text, options, and answer keys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Embedded preview of source paper alongside extracted MCQs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Eliminates tedious manual question retyping completely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066544"/>
            <a:ext cx="32918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Practice &amp; Auto-Solve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Manual Practice: Timed test with instant correctness feedback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Auto-Solve: AI solves to your exact target correct score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Detailed Explanations: Why each option is right or wrong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In-Quiz AI Tutor: Ask follow-up doubts about any question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Scorecard Summary: Time spent, correct/incorrect breakdown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011680"/>
            <a:ext cx="35661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066544"/>
            <a:ext cx="32918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2677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Private Momentum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88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Activity Log: Tracks study sessions, quizzes, equations, docs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Aggregated Stats: Total minutes, quiz count, average score %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Guest Mode: Saved in localStorage, no mandatory login needed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Optional Cloud Sync: Connect account for cross-device access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Streamlined Profile: 8 core student fields, zero bloat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Technology Stack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Built with modern web standards, client-side speed, and robust TypeScript engineering.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26517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23774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Frontend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React 19 + TypeScript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Vite 7 Fast Bundler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TailwindCSS 4 Utility Engine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Lucide Modern Icon Set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Wouter Lightweight Router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TanStack Query 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011680"/>
            <a:ext cx="26517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066544"/>
            <a:ext cx="23774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844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22677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Speech &amp;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88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Web Speech API (STT)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SpeechSynthesis (TTS)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Web Audio API Visualizer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Canvas 24-Band Equalizer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Dynamic Voice Pitch/Rate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Standalone Vanilla JS Bundle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6517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066544"/>
            <a:ext cx="23774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1908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2677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Local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88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PDF-Lib (Client PDF Gen)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PDF.js Web Worker Thread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HTML5 Canvas 2D API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Mathjs Safe AST Parser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Client Photo Compressor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Zero-Leakage File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011680"/>
            <a:ext cx="265176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066544"/>
            <a:ext cx="237744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5372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🛡️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2677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Backend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788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Node.js Express Server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Argon2 Password Hashing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SQLite Session Store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Strict URL Sanitization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Guest localStorage Mode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Vercel / Docker Deploy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84048"/>
            <a:ext cx="237744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4D399"/>
                </a:solidFill>
                <a:latin typeface="Segoe UI"/>
              </a:defRPr>
            </a:pPr>
            <a:r>
              <a:t>IMPACT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84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 Semibold"/>
              </a:defRPr>
            </a:pPr>
            <a:r>
              <a:t>Real-World Impact &amp; Project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Segoe UI"/>
              </a:defRPr>
            </a:pPr>
            <a:r>
              <a:t>Democratizing quality English speaking mentorship and smart study tools for every student.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4924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66544"/>
            <a:ext cx="50749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Student Impact &amp;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Overcomes Speaking Hesitation: Safe, judgement-free 24/7 practice zone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Interview Readiness: Tailored practice for campus placements &amp; vivas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Zero Financial Burden: Replaces costly English coaching with free AI mentor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High Academic Efficiency: 5 fragmented tools → 1 unified workspace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Bilingual Inclusivity: Hindi / Hinglish explanations bridge language gaps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Data Privacy Assured: Sensitive documents never leave the student's browser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Mobile Responsive: Works on budget smartphones and slow connections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5349240" cy="4389120"/>
          </a:xfrm>
          <a:prstGeom prst="roundRect">
            <a:avLst/>
          </a:prstGeom>
          <a:solidFill>
            <a:srgbClr val="1017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66544"/>
            <a:ext cx="5074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7648" y="2267712"/>
            <a:ext cx="438912" cy="43891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Future Development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1: Phoneme-level AI pronunciation scoring via audio spectrograms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2: Peer-to-peer live student discussion rooms with AI moderation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3: WebAssembly (WASM) local AI models for 100% offline speech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4: Progressive Web App (PWA) for Android &amp; iOS installability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5: Automated mock placement interview scoring with resume alignment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6: Regional language voice practice (Hindi, Tamil, Telugu, Bengali)</a:t>
            </a:r>
          </a:p>
          <a:p>
            <a:pPr>
              <a:spcBef>
                <a:spcPts val="5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▸  Phase 7: AI-powered resume builder integrated with voice practice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112772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Segoe UI Black"/>
              </a:defRPr>
            </a:pPr>
            <a:r>
              <a:t>Thank You for Your Time!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TECH AI | SMART WAY  •  Questions &amp; Discussion Warmly Welcomed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572768"/>
            <a:ext cx="39620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057400" cy="42519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83664"/>
            <a:ext cx="1874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" y="2103120"/>
            <a:ext cx="1188720" cy="118872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Bhashkar Sharma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Team Lead &amp;</a:t>
            </a:r>
            <a:br/>
            <a:r>
              <a:t>Full-Stack 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783080" cy="5486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System Architecture</a:t>
            </a:r>
            <a:br/>
            <a:r>
              <a:t>&amp; AI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Segoe UI"/>
              </a:defRPr>
            </a:pPr>
            <a:r>
              <a:t>↑ Replace with</a:t>
            </a:r>
            <a:br/>
            <a:r>
              <a:t>actual photo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52344" y="1828800"/>
            <a:ext cx="2057400" cy="42519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1883664"/>
            <a:ext cx="18745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86684" y="2103120"/>
            <a:ext cx="1188720" cy="118872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8064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Team Member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794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Segoe UI"/>
              </a:defRPr>
            </a:pPr>
            <a:r>
              <a:t>AI &amp; Speech</a:t>
            </a:r>
            <a:br/>
            <a:r>
              <a:t>Engineer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9504" y="4434840"/>
            <a:ext cx="1783080" cy="5486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Web Speech API</a:t>
            </a:r>
            <a:br/>
            <a:r>
              <a:t>&amp; NLP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Segoe UI"/>
              </a:defRPr>
            </a:pPr>
            <a:r>
              <a:t>↑ Replace with</a:t>
            </a:r>
            <a:br/>
            <a:r>
              <a:t>actual photo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6048" y="1828800"/>
            <a:ext cx="2057400" cy="42519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47488" y="1883664"/>
            <a:ext cx="1874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90388" y="2103120"/>
            <a:ext cx="1188720" cy="118872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Team Member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3794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UI/UX &amp;</a:t>
            </a:r>
            <a:br/>
            <a:r>
              <a:t>Frontend Lead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3208" y="4434840"/>
            <a:ext cx="1783080" cy="5486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8928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React 19, CSS</a:t>
            </a:r>
            <a:br/>
            <a:r>
              <a:t>&amp; Animations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Segoe UI"/>
              </a:defRPr>
            </a:pPr>
            <a:r>
              <a:t>↑ Replace with</a:t>
            </a:r>
            <a:br/>
            <a:r>
              <a:t>actual photo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9752" y="1828800"/>
            <a:ext cx="2057400" cy="42519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51192" y="1883664"/>
            <a:ext cx="18745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94092" y="2103120"/>
            <a:ext cx="1188720" cy="118872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Team Member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3794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Backend &amp;</a:t>
            </a:r>
            <a:br/>
            <a:r>
              <a:t>Security Lead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6912" y="4434840"/>
            <a:ext cx="1783080" cy="5486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42632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Node.js, Express</a:t>
            </a:r>
            <a:br/>
            <a:r>
              <a:t>&amp; Auth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Segoe UI"/>
              </a:defRPr>
            </a:pPr>
            <a:r>
              <a:t>↑ Replace with</a:t>
            </a:r>
            <a:br/>
            <a:r>
              <a:t>actual photo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63456" y="1828800"/>
            <a:ext cx="2057400" cy="42519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54896" y="1883664"/>
            <a:ext cx="18745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97796" y="2103120"/>
            <a:ext cx="1188720" cy="118872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9176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Team Member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9176" y="3794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QA, Testing &amp;</a:t>
            </a:r>
            <a:br/>
            <a:r>
              <a:t>Documentation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0616" y="4434840"/>
            <a:ext cx="1783080" cy="5486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46336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Testing, Research</a:t>
            </a:r>
            <a:br/>
            <a:r>
              <a:t>&amp; Project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9176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Segoe UI"/>
              </a:defRPr>
            </a:pPr>
            <a:r>
              <a:t>↑ Replace with</a:t>
            </a:r>
            <a:br/>
            <a:r>
              <a:t>actual photo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263640"/>
            <a:ext cx="11277295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94A3B8"/>
                </a:solidFill>
                <a:latin typeface="Segoe UI"/>
              </a:defRPr>
            </a:pPr>
            <a:r>
              <a:t>GitHub: github.com/bhashkar108/miniproject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635508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TECH AI | SMART WAY  •  2026 Academic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